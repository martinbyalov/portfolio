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1E1E1E"/>
    <a:srgbClr val="242424"/>
    <a:srgbClr val="232323"/>
    <a:srgbClr val="F7E917"/>
    <a:srgbClr val="1D1D1D"/>
    <a:srgbClr val="1F2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A5F5-8D46-43C6-A34A-24DAC1695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3940F-9F90-4E28-A552-356E7255C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FF07E-FC68-4DF9-AC99-119C45D1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3733-B38A-4C6C-BB27-361CA2FA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7C031-435F-4D54-813C-343A220D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6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09C9-5AD8-40E9-99E2-E6BDA701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8BDD-7F92-4E1A-B61F-35C3251AE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F0F96-4C2A-4880-B350-881101EB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922DF-D23C-472E-996B-65FAEE6D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D67C-472C-4C1F-A470-0A298A6D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C01B-B022-4C10-8F1D-C48E9335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55E14-CA76-4A80-AE5F-18D0ED33E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4CE9-1E73-462B-B64E-EE11E5C3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F964-337A-4E8C-A963-D3618695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90129-B89F-4BCE-816D-44B77EEF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1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0090-14B5-4E58-87C8-B4FF6F70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7943-C717-45F1-97AB-87708693B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FF42A-2D50-4F6C-BF35-5D83A8EF7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13A28-ED1B-40BC-8083-1302AC098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7D388-60AA-4D0A-A919-AE5571BFB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74D27-8C0F-4094-A9C6-8E761411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9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2B46-E3D8-4D13-9111-C061F7CA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553D-BC23-421B-B2F5-56E671DB9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77A9F-CBF6-438D-93CE-C1782245E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68336-82F8-4440-8EB8-5185E7FE7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4BE7B-6DB1-4004-8247-4B25E9384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458A3-8813-4340-B24D-6CCCAF87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11BE6-5359-42DC-A431-24CF99B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34C61-225F-4A07-8EB7-A21F770B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8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38DC-3C68-4F3E-9D8D-78E63417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76531-0E71-41FB-BCDA-A9ED94D4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C718B1-F97B-43A3-802C-24741A61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429AC-1E11-47C4-9652-6A82696F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2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8CD01-87AA-4942-BC9A-5022725A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BAF8F-515F-4E13-A959-EB2B2A72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7EAE2-2443-4587-AA1F-027FECBEB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25FA-0846-46AA-B8DA-A3DC3D59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52C8B-2265-4C2A-AC00-4F517124E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49103-B5C4-4838-84EE-44718B46A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3E1E0-BB35-4820-9028-69DB7FAD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D4B6E-4D39-4EEA-9107-2A96A070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7F8B9-DB95-4BE8-8B41-569A2C81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3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61C1-AD6A-4CFE-BE0D-165D06DC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E5E09-E851-4E54-9A55-A7ACD1C6B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04FF4-6290-4307-93C2-AA2965F7A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FCC77-55BC-4720-83D5-333D7ECA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1B2CE-7B6C-4C42-BADB-C60DB20C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ED58A-BAB2-45DA-9F7B-4C357869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4406-6D4E-4774-9E81-D388825C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316EC-FD90-4135-8057-A468D9272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046A4-B078-4882-A40B-66AEC0DF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A8EB8-AD36-400B-BA4E-9202A4EB7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B7416-DC65-4E98-8BCA-2B0F6E28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1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F78E1-CD16-4714-9525-11624CC7B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09507-DF5F-40B6-BFE4-788455E06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9AEC-6944-4D63-B2DB-E8D2FBEF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1286-F0D8-42E0-8F41-0FFC6226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0B217-9E23-40AD-AF37-11025E6B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F5359F-1EFC-4AF2-9F71-AF43C535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01CAE-C318-4333-94AD-5388D25D7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38F7-0726-422F-AFAD-317549263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A8FBB-71B5-45D0-8D42-BB034093522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EF395-6039-4983-BF40-9F3BD73F6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3BA42-659B-4EEA-98FD-3029FBA42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D81FA-6345-49D8-BF8E-6D4B254BD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1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6EC1C-A3B9-455C-B3E9-85FAAC2E67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ACC1D-00C1-4222-8925-06A0F3093A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39AF7-DE9C-4B1B-B1B6-FF272E1C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347" y="0"/>
            <a:ext cx="1273469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39ED7C-F939-40BB-A0C2-248ABA0705B4}"/>
              </a:ext>
            </a:extLst>
          </p:cNvPr>
          <p:cNvSpPr/>
          <p:nvPr/>
        </p:nvSpPr>
        <p:spPr>
          <a:xfrm>
            <a:off x="2379133" y="5257800"/>
            <a:ext cx="7416800" cy="406400"/>
          </a:xfrm>
          <a:prstGeom prst="rect">
            <a:avLst/>
          </a:prstGeom>
          <a:pattFill prst="plaid">
            <a:fgClr>
              <a:srgbClr val="1F222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3327-74D8-4633-82AF-455C2FBE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C1CEF-2C91-4EAD-A3DC-596B85F2D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5F3464-0DC3-469E-B41A-A046FD2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121" y="-10886"/>
            <a:ext cx="12776241" cy="68688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CF11DE-9C2A-4DCA-A3DC-D21F78F6C03C}"/>
              </a:ext>
            </a:extLst>
          </p:cNvPr>
          <p:cNvSpPr/>
          <p:nvPr/>
        </p:nvSpPr>
        <p:spPr>
          <a:xfrm>
            <a:off x="406400" y="495300"/>
            <a:ext cx="11112500" cy="6731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7C048-C323-46DA-BCA0-EEC5A51653C6}"/>
              </a:ext>
            </a:extLst>
          </p:cNvPr>
          <p:cNvSpPr txBox="1"/>
          <p:nvPr/>
        </p:nvSpPr>
        <p:spPr>
          <a:xfrm>
            <a:off x="4286250" y="473908"/>
            <a:ext cx="3352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6600" b="1">
                <a:solidFill>
                  <a:srgbClr val="F7E917"/>
                </a:solidFill>
              </a:rPr>
              <a:t>РОЛИ</a:t>
            </a:r>
            <a:endParaRPr lang="en-US" b="1">
              <a:solidFill>
                <a:srgbClr val="F7E91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54409-3192-40EE-A30F-F30221533B4B}"/>
              </a:ext>
            </a:extLst>
          </p:cNvPr>
          <p:cNvSpPr/>
          <p:nvPr/>
        </p:nvSpPr>
        <p:spPr>
          <a:xfrm>
            <a:off x="2362200" y="4724400"/>
            <a:ext cx="1435100" cy="3429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EC944-7268-4779-B4F7-2C5A1CE3109A}"/>
              </a:ext>
            </a:extLst>
          </p:cNvPr>
          <p:cNvSpPr/>
          <p:nvPr/>
        </p:nvSpPr>
        <p:spPr>
          <a:xfrm>
            <a:off x="9512300" y="3429000"/>
            <a:ext cx="2527300" cy="6731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1E58CC-07A4-4E8E-8309-CE8567493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8" y="4397723"/>
            <a:ext cx="2405779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2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5D2E-1BCA-4D98-A716-9A61D974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1280-4716-4A6E-AC45-C0FE03EB9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5E6440-142D-409E-9AED-2E576F65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559" y="0"/>
            <a:ext cx="12797118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56FE499-13A9-4060-937B-F26E9A4E5DAA}"/>
              </a:ext>
            </a:extLst>
          </p:cNvPr>
          <p:cNvSpPr/>
          <p:nvPr/>
        </p:nvSpPr>
        <p:spPr>
          <a:xfrm>
            <a:off x="0" y="-645"/>
            <a:ext cx="2404947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Facebook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340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29F1-4289-48E0-984B-59794464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6EBB-4FD9-4625-9C45-E351F8C90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8C38A-1E5F-4191-AB03-1A1C6226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347" y="0"/>
            <a:ext cx="1273469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6D64F62-75EA-4E6F-B2CB-3EBB2F6113A3}"/>
              </a:ext>
            </a:extLst>
          </p:cNvPr>
          <p:cNvSpPr/>
          <p:nvPr/>
        </p:nvSpPr>
        <p:spPr>
          <a:xfrm>
            <a:off x="3810000" y="3524250"/>
            <a:ext cx="1435100" cy="6731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0BAB68-585D-4867-B33F-0132B85C8841}"/>
              </a:ext>
            </a:extLst>
          </p:cNvPr>
          <p:cNvSpPr/>
          <p:nvPr/>
        </p:nvSpPr>
        <p:spPr>
          <a:xfrm>
            <a:off x="9512300" y="3429000"/>
            <a:ext cx="2527300" cy="6731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829421-94F8-458C-AEDF-10448F8E3071}"/>
              </a:ext>
            </a:extLst>
          </p:cNvPr>
          <p:cNvSpPr/>
          <p:nvPr/>
        </p:nvSpPr>
        <p:spPr>
          <a:xfrm>
            <a:off x="0" y="-645"/>
            <a:ext cx="2404947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Facebook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6095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4C92-8DE9-47DF-8D1A-4A788021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014FB-BE24-437F-8A8B-EE583609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22D06-1913-42F5-BF62-CBFF98556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559" y="0"/>
            <a:ext cx="1279711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FB1341-D7D8-4AD5-9200-AAF5F8D0FE2C}"/>
              </a:ext>
            </a:extLst>
          </p:cNvPr>
          <p:cNvSpPr/>
          <p:nvPr/>
        </p:nvSpPr>
        <p:spPr>
          <a:xfrm>
            <a:off x="0" y="-645"/>
            <a:ext cx="2404947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Instagram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830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8DC9D1-654D-4D58-8219-74A7B65F270C}"/>
              </a:ext>
            </a:extLst>
          </p:cNvPr>
          <p:cNvSpPr/>
          <p:nvPr/>
        </p:nvSpPr>
        <p:spPr>
          <a:xfrm>
            <a:off x="0" y="-645"/>
            <a:ext cx="2404947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Instagram  </a:t>
            </a:r>
            <a:endParaRPr lang="en-US" sz="240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9B880-7562-46C2-AA50-671689218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346" y="-645"/>
            <a:ext cx="1273469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96D2700-EBD2-421E-9FF1-179AA16F38BC}"/>
              </a:ext>
            </a:extLst>
          </p:cNvPr>
          <p:cNvSpPr/>
          <p:nvPr/>
        </p:nvSpPr>
        <p:spPr>
          <a:xfrm>
            <a:off x="3962400" y="2978150"/>
            <a:ext cx="1435100" cy="6731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75E175-CBC2-47E1-A08C-CB4CF4856B4C}"/>
              </a:ext>
            </a:extLst>
          </p:cNvPr>
          <p:cNvSpPr/>
          <p:nvPr/>
        </p:nvSpPr>
        <p:spPr>
          <a:xfrm>
            <a:off x="9385300" y="2978150"/>
            <a:ext cx="2527300" cy="6731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A5E74-2C09-4AFB-A62B-66905D4E1401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Instagram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2802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AC637-1864-40E3-80F3-2CC1D5C6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0A8C-F6C2-4DCE-8191-5AA33BFE2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A3454-8D38-4873-873F-6D948EF1E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559" y="0"/>
            <a:ext cx="1279711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E96A68-CC11-4DAD-BA73-9511E5F2ED7A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Pinterest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655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CEF8-E75B-40EF-AB57-0EA51033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4A0C3-1E7D-42F6-9F24-23F34B4D5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F15E6-1172-49A1-9D2D-E14FAE82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559" y="0"/>
            <a:ext cx="1279711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35AEEA-7975-474D-9502-732029982C5C}"/>
              </a:ext>
            </a:extLst>
          </p:cNvPr>
          <p:cNvSpPr/>
          <p:nvPr/>
        </p:nvSpPr>
        <p:spPr>
          <a:xfrm>
            <a:off x="3962400" y="2978150"/>
            <a:ext cx="1435100" cy="6731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E852E-4909-4A98-B61A-49BF7A5E88E1}"/>
              </a:ext>
            </a:extLst>
          </p:cNvPr>
          <p:cNvSpPr/>
          <p:nvPr/>
        </p:nvSpPr>
        <p:spPr>
          <a:xfrm>
            <a:off x="9385300" y="2978150"/>
            <a:ext cx="2527300" cy="6731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340E04-236C-4FAC-B159-ABD719CE336E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Pinterest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118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FE46-E34B-4811-A4D8-FBEF0136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3547-CBD5-4AC8-BAEA-C99CE44D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14BDB-6FA3-434B-B8CB-D3FB7A60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4655" y="0"/>
            <a:ext cx="12881309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977B14-A57E-4851-A38A-83BCBA1D734A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Twitter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F8AB-1F53-48B3-8130-A3752BAC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39BB2-3914-4CA4-A22B-917E1D36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976F8-3342-46D6-8806-98B66761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121" y="0"/>
            <a:ext cx="1277624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0D163C-5011-4BE9-8834-AEB6A8F6A467}"/>
              </a:ext>
            </a:extLst>
          </p:cNvPr>
          <p:cNvSpPr/>
          <p:nvPr/>
        </p:nvSpPr>
        <p:spPr>
          <a:xfrm>
            <a:off x="3962400" y="2978150"/>
            <a:ext cx="1435100" cy="673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0F3B25-6637-48B4-84D4-E28C95F9524C}"/>
              </a:ext>
            </a:extLst>
          </p:cNvPr>
          <p:cNvSpPr/>
          <p:nvPr/>
        </p:nvSpPr>
        <p:spPr>
          <a:xfrm>
            <a:off x="9385300" y="2978150"/>
            <a:ext cx="2527300" cy="6731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7F73D-3A0F-44B0-B428-46D6881D989E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Twitter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905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3F82-5887-4848-9C85-E9488092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5D430-8650-4BC6-8636-47DC5DCAA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23664-33BF-422D-A5A5-E82DB10A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1950" y="-9208"/>
            <a:ext cx="12915900" cy="68764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5E16A7-6B20-45C3-8801-B143AECBD72D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Youtube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854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4AC5-2FCC-4710-8BD0-C1D65C39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F02A-9213-41D4-8F62-52DD6640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46C89-B315-4B12-B8EF-A03B9AA1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538" y="0"/>
            <a:ext cx="12839075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AFA9C6-DE32-4028-A1C9-E5751B78A3E7}"/>
              </a:ext>
            </a:extLst>
          </p:cNvPr>
          <p:cNvSpPr/>
          <p:nvPr/>
        </p:nvSpPr>
        <p:spPr>
          <a:xfrm>
            <a:off x="3733800" y="2381250"/>
            <a:ext cx="1435100" cy="673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D2CB6-0D18-41DF-9236-3362C9644E31}"/>
              </a:ext>
            </a:extLst>
          </p:cNvPr>
          <p:cNvSpPr/>
          <p:nvPr/>
        </p:nvSpPr>
        <p:spPr>
          <a:xfrm>
            <a:off x="9156700" y="2381250"/>
            <a:ext cx="2527300" cy="673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7CCB5A-CBE1-4A28-8835-54CC4383875A}"/>
              </a:ext>
            </a:extLst>
          </p:cNvPr>
          <p:cNvSpPr/>
          <p:nvPr/>
        </p:nvSpPr>
        <p:spPr>
          <a:xfrm>
            <a:off x="0" y="0"/>
            <a:ext cx="2404947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bg-BG" sz="2400">
                <a:solidFill>
                  <a:srgbClr val="FFFBF3"/>
                </a:solidFill>
                <a:latin typeface="Caveat"/>
              </a:rPr>
              <a:t>Екип </a:t>
            </a:r>
            <a:r>
              <a:rPr lang="en-US" sz="2400">
                <a:solidFill>
                  <a:srgbClr val="FFFBF3"/>
                </a:solidFill>
                <a:latin typeface="Caveat"/>
              </a:rPr>
              <a:t>Youtube  </a:t>
            </a:r>
            <a:endParaRPr 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9116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086F-A389-4D51-8BCC-1DEEBFC3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E2DB-4BB8-4342-8B0C-78F74E9DD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F1848-0BC8-4FAA-8E7C-B76F74B9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538" y="0"/>
            <a:ext cx="12839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04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45</Words>
  <Application>Microsoft Office PowerPoint</Application>
  <PresentationFormat>Widescreen</PresentationFormat>
  <Paragraphs>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Caveat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Byalov</dc:creator>
  <cp:lastModifiedBy>Martin Byalov</cp:lastModifiedBy>
  <cp:revision>4</cp:revision>
  <dcterms:created xsi:type="dcterms:W3CDTF">2025-12-21T19:52:16Z</dcterms:created>
  <dcterms:modified xsi:type="dcterms:W3CDTF">2025-12-21T21:41:14Z</dcterms:modified>
</cp:coreProperties>
</file>